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6c7a97d014123" /><Relationship Type="http://schemas.openxmlformats.org/officeDocument/2006/relationships/extended-properties" Target="/docProps/app.xml" Id="R0ef1aac64690463d" /><Relationship Type="http://schemas.openxmlformats.org/officeDocument/2006/relationships/officeDocument" Target="/ppt/presentation.xml" Id="R1c28aac16f8a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a68a1518eb4e5d"/>
  </p:sldMasterIdLst>
  <p:notesMasterIdLst>
    <p:notesMasterId xmlns:r="http://schemas.openxmlformats.org/officeDocument/2006/relationships" r:id="R78293a76fb654377"/>
  </p:notesMasterIdLst>
  <p:sldIdLst>
    <p:sldId xmlns:r="http://schemas.openxmlformats.org/officeDocument/2006/relationships" id="256" r:id="R4705f1b37d804d92"/>
    <p:sldId xmlns:r="http://schemas.openxmlformats.org/officeDocument/2006/relationships" id="257" r:id="R9b2b03c84d4743bd"/>
    <p:sldId xmlns:r="http://schemas.openxmlformats.org/officeDocument/2006/relationships" id="258" r:id="Rc12f288903374933"/>
    <p:sldId xmlns:r="http://schemas.openxmlformats.org/officeDocument/2006/relationships" id="259" r:id="R584188093f6d4ae3"/>
    <p:sldId xmlns:r="http://schemas.openxmlformats.org/officeDocument/2006/relationships" id="260" r:id="Rd72bbba66538478d"/>
    <p:sldId xmlns:r="http://schemas.openxmlformats.org/officeDocument/2006/relationships" id="261" r:id="R6dded59a1ebb4130"/>
    <p:sldId xmlns:r="http://schemas.openxmlformats.org/officeDocument/2006/relationships" id="262" r:id="R67fac8cf3dc34800"/>
    <p:sldId xmlns:r="http://schemas.openxmlformats.org/officeDocument/2006/relationships" id="263" r:id="Rb2f7f704faf546b1"/>
    <p:sldId xmlns:r="http://schemas.openxmlformats.org/officeDocument/2006/relationships" id="264" r:id="R31b400caf6874cae"/>
    <p:sldId xmlns:r="http://schemas.openxmlformats.org/officeDocument/2006/relationships" id="265" r:id="R177d54acad3c4b9c"/>
    <p:sldId xmlns:r="http://schemas.openxmlformats.org/officeDocument/2006/relationships" id="266" r:id="R579404661f04465e"/>
    <p:sldId xmlns:r="http://schemas.openxmlformats.org/officeDocument/2006/relationships" id="267" r:id="R90dca48e2af648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b08b6141a4cc8" /><Relationship Type="http://schemas.openxmlformats.org/officeDocument/2006/relationships/slideMaster" Target="/ppt/slideMasters/slideMaster1.xml" Id="R76a68a1518eb4e5d" /><Relationship Type="http://schemas.openxmlformats.org/officeDocument/2006/relationships/notesMaster" Target="/ppt/notesMasters/notesMaster1.xml" Id="R78293a76fb654377" /><Relationship Type="http://schemas.openxmlformats.org/officeDocument/2006/relationships/presProps" Target="/ppt/presProps.xml" Id="R5a0caccb0df842a3" /><Relationship Type="http://schemas.openxmlformats.org/officeDocument/2006/relationships/tableStyles" Target="/ppt/tableStyles.xml" Id="Rdc2b00dbb4e14423" /><Relationship Type="http://schemas.openxmlformats.org/officeDocument/2006/relationships/slide" Target="/ppt/slides/slide1.xml" Id="R4705f1b37d804d92" /><Relationship Type="http://schemas.openxmlformats.org/officeDocument/2006/relationships/slide" Target="/ppt/slides/slide2.xml" Id="R9b2b03c84d4743bd" /><Relationship Type="http://schemas.openxmlformats.org/officeDocument/2006/relationships/slide" Target="/ppt/slides/slide3.xml" Id="Rc12f288903374933" /><Relationship Type="http://schemas.openxmlformats.org/officeDocument/2006/relationships/slide" Target="/ppt/slides/slide4.xml" Id="R584188093f6d4ae3" /><Relationship Type="http://schemas.openxmlformats.org/officeDocument/2006/relationships/slide" Target="/ppt/slides/slide5.xml" Id="Rd72bbba66538478d" /><Relationship Type="http://schemas.openxmlformats.org/officeDocument/2006/relationships/slide" Target="/ppt/slides/slide6.xml" Id="R6dded59a1ebb4130" /><Relationship Type="http://schemas.openxmlformats.org/officeDocument/2006/relationships/slide" Target="/ppt/slides/slide7.xml" Id="R67fac8cf3dc34800" /><Relationship Type="http://schemas.openxmlformats.org/officeDocument/2006/relationships/slide" Target="/ppt/slides/slide8.xml" Id="Rb2f7f704faf546b1" /><Relationship Type="http://schemas.openxmlformats.org/officeDocument/2006/relationships/slide" Target="/ppt/slides/slide9.xml" Id="R31b400caf6874cae" /><Relationship Type="http://schemas.openxmlformats.org/officeDocument/2006/relationships/slide" Target="/ppt/slides/slide10.xml" Id="R177d54acad3c4b9c" /><Relationship Type="http://schemas.openxmlformats.org/officeDocument/2006/relationships/slide" Target="/ppt/slides/slide11.xml" Id="R579404661f04465e" /><Relationship Type="http://schemas.openxmlformats.org/officeDocument/2006/relationships/slide" Target="/ppt/slides/slide12.xml" Id="R90dca48e2af6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34e6afabb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6443892ba433e" /><Relationship Type="http://schemas.openxmlformats.org/officeDocument/2006/relationships/notesMaster" Target="/ppt/notesMasters/notesMaster1.xml" Id="R0c19352e990844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27c2eee3a4305" /><Relationship Type="http://schemas.openxmlformats.org/officeDocument/2006/relationships/notesMaster" Target="/ppt/notesMasters/notesMaster1.xml" Id="Rc5a65c94b51046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c168eb418342e0" /><Relationship Type="http://schemas.openxmlformats.org/officeDocument/2006/relationships/notesMaster" Target="/ppt/notesMasters/notesMaster1.xml" Id="Rd597158fd26646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a111708a6d4d84" /><Relationship Type="http://schemas.openxmlformats.org/officeDocument/2006/relationships/notesMaster" Target="/ppt/notesMasters/notesMaster1.xml" Id="R57845668f3d8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132ac19b474627" /><Relationship Type="http://schemas.openxmlformats.org/officeDocument/2006/relationships/notesMaster" Target="/ppt/notesMasters/notesMaster1.xml" Id="Ra55fcdd30d904e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2480f1ac074970" /><Relationship Type="http://schemas.openxmlformats.org/officeDocument/2006/relationships/notesMaster" Target="/ppt/notesMasters/notesMaster1.xml" Id="R79711a906d024c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65a8944ff496a" /><Relationship Type="http://schemas.openxmlformats.org/officeDocument/2006/relationships/notesMaster" Target="/ppt/notesMasters/notesMaster1.xml" Id="Rce5de8456d64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0519dac5564e11" /><Relationship Type="http://schemas.openxmlformats.org/officeDocument/2006/relationships/notesMaster" Target="/ppt/notesMasters/notesMaster1.xml" Id="R787b7d8057b646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d8cea3f5a54e36" /><Relationship Type="http://schemas.openxmlformats.org/officeDocument/2006/relationships/notesMaster" Target="/ppt/notesMasters/notesMaster1.xml" Id="Rd5ffb3266f4c44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501a36cc6341d6" /><Relationship Type="http://schemas.openxmlformats.org/officeDocument/2006/relationships/notesMaster" Target="/ppt/notesMasters/notesMaster1.xml" Id="R63e881314f5247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318a2a97e74dfe" /><Relationship Type="http://schemas.openxmlformats.org/officeDocument/2006/relationships/notesMaster" Target="/ppt/notesMasters/notesMaster1.xml" Id="R04d318e0194e46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af08fe54954832" /><Relationship Type="http://schemas.openxmlformats.org/officeDocument/2006/relationships/notesMaster" Target="/ppt/notesMasters/notesMaster1.xml" Id="R3189f8e9a28a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c356926af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8e09029264185" /><Relationship Type="http://schemas.openxmlformats.org/officeDocument/2006/relationships/slideLayout" Target="/ppt/slideLayouts/slideLayout1.xml" Id="R3fb86b148b1e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86b148b1e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efcf187c485e" /><Relationship Type="http://schemas.openxmlformats.org/officeDocument/2006/relationships/notesSlide" Target="/ppt/notesSlides/notesSlide1.xml" Id="R0d29e7e0e5bf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5eecf837d44ee" /><Relationship Type="http://schemas.openxmlformats.org/officeDocument/2006/relationships/image" Target="/ppt/media/image.jpeg" Id="R8f694b7ddf264e7b" /><Relationship Type="http://schemas.openxmlformats.org/officeDocument/2006/relationships/notesSlide" Target="/ppt/notesSlides/notesSlide2.xml" Id="R047017c8bc254a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809c960bd44e3" /><Relationship Type="http://schemas.openxmlformats.org/officeDocument/2006/relationships/image" Target="/ppt/media/image2.jpeg" Id="R0ef72a1678aa41f4" /><Relationship Type="http://schemas.openxmlformats.org/officeDocument/2006/relationships/notesSlide" Target="/ppt/notesSlides/notesSlide3.xml" Id="Rd3b3fc4d85084c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e683fcb9b49eb" /><Relationship Type="http://schemas.openxmlformats.org/officeDocument/2006/relationships/image" Target="/ppt/media/image3.jpeg" Id="Rc5a4951bd8784d4d" /><Relationship Type="http://schemas.openxmlformats.org/officeDocument/2006/relationships/image" Target="/ppt/media/image4.jpeg" Id="R754812f539d6419f" /><Relationship Type="http://schemas.openxmlformats.org/officeDocument/2006/relationships/notesSlide" Target="/ppt/notesSlides/notesSlide4.xml" Id="R1a80bc17bb83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11c4c7934b11" /><Relationship Type="http://schemas.openxmlformats.org/officeDocument/2006/relationships/image" Target="/ppt/media/image5.jpeg" Id="Rb3ca4ba9abda4866" /><Relationship Type="http://schemas.openxmlformats.org/officeDocument/2006/relationships/notesSlide" Target="/ppt/notesSlides/notesSlide5.xml" Id="R0c49f6575014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7cf9a81854894" /><Relationship Type="http://schemas.openxmlformats.org/officeDocument/2006/relationships/image" Target="/ppt/media/image6.jpeg" Id="Rfe2556dacf28411e" /><Relationship Type="http://schemas.openxmlformats.org/officeDocument/2006/relationships/notesSlide" Target="/ppt/notesSlides/notesSlide6.xml" Id="R4dee9f9d5443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bdd4a51a4557" /><Relationship Type="http://schemas.openxmlformats.org/officeDocument/2006/relationships/image" Target="/ppt/media/image7.jpeg" Id="R49f7921c69ae4d52" /><Relationship Type="http://schemas.openxmlformats.org/officeDocument/2006/relationships/notesSlide" Target="/ppt/notesSlides/notesSlide7.xml" Id="Reda061db54674b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9a68d37894578" /><Relationship Type="http://schemas.openxmlformats.org/officeDocument/2006/relationships/notesSlide" Target="/ppt/notesSlides/notesSlide8.xml" Id="Rca672bf3df4043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997bf0ad24a77" /><Relationship Type="http://schemas.openxmlformats.org/officeDocument/2006/relationships/image" Target="/ppt/media/image.png" Id="R26a8f69ac5a74907" /><Relationship Type="http://schemas.openxmlformats.org/officeDocument/2006/relationships/notesSlide" Target="/ppt/notesSlides/notesSlide9.xml" Id="R1df4c562e73043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79906e1454c80" /><Relationship Type="http://schemas.openxmlformats.org/officeDocument/2006/relationships/notesSlide" Target="/ppt/notesSlides/notesSlide10.xml" Id="Ra3bd9db7a2bb4e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0bb75547943fa" /><Relationship Type="http://schemas.openxmlformats.org/officeDocument/2006/relationships/image" Target="/ppt/media/image8.jpeg" Id="R73a35f0972104cd3" /><Relationship Type="http://schemas.openxmlformats.org/officeDocument/2006/relationships/notesSlide" Target="/ppt/notesSlides/notesSlide11.xml" Id="Re77f36de236349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df7b11f354902" /><Relationship Type="http://schemas.openxmlformats.org/officeDocument/2006/relationships/notesSlide" Target="/ppt/notesSlides/notesSlide12.xml" Id="R8a63248ba37843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672165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94b7ddf264e7b"/>
          <a:srcRect xmlns:a="http://schemas.openxmlformats.org/drawingml/2006/main" l="22306" t="0" r="223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0"/>
            <a:ext cx="5695950" cy="6858000"/>
          </a:xfrm>
          <a:prstGeom xmlns:a="http://schemas.openxmlformats.org/drawingml/2006/main" prst="roundRect">
            <a:avLst>
              <a:gd name="adj" fmla="val 267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FCDE2-125A-4F65-ADD8-10BE14DE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D5C7-680C-4600-88EE-1E55D59D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9FAFB"/>
                </a:solidFill>
              </a:defRPr>
            </a:pPr>
            <a:r>
              <a:rPr sz="4050" b="1">
                <a:solidFill>
                  <a:srgbClr val="F9FAFB"/>
                </a:solidFill>
              </a:rPr>
              <a:t>Proyectos que ayudan</a:t>
            </a:r>
          </a:p>
          <a:p xmlns:a="http://schemas.openxmlformats.org/drawingml/2006/main">
            <a:pPr algn="l">
              <a:defRPr sz="4050" b="1">
                <a:solidFill>
                  <a:srgbClr val="F9FAFB"/>
                </a:solidFill>
              </a:defRPr>
            </a:pPr>
            <a:r>
              <a:rPr sz="4050" b="1">
                <a:solidFill>
                  <a:srgbClr val="F9FAFB"/>
                </a:solidFill>
              </a:rPr>
              <a:t>a las personas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C5F57-2192-4359-8256-1FC1220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1DD"/>
                </a:solidFill>
              </a:defRPr>
            </a:pPr>
            <a:r>
              <a:rPr sz="1875" b="0">
                <a:solidFill>
                  <a:srgbClr val="C9D1DD"/>
                </a:solidFill>
              </a:rPr>
              <a:t>Automatizar. Conectar. Resolver.</a:t>
            </a:r>
          </a:p>
          <a:p xmlns:a="http://schemas.openxmlformats.org/drawingml/2006/main">
            <a:pPr algn="l">
              <a:defRPr sz="1875" b="0">
                <a:solidFill>
                  <a:srgbClr val="C9D1DD"/>
                </a:solidFill>
              </a:defRPr>
            </a:pPr>
            <a:r>
              <a:rPr sz="1875" b="0">
                <a:solidFill>
                  <a:srgbClr val="C9D1DD"/>
                </a:solidFill>
              </a:rPr>
              <a:t>Tecnología creada para mejorar la vida diaria.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EBB54-FC4C-479A-B645-2EF95697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3333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7B911-7EA5-46A7-9D85-EFE081DB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TECSUP · innovación · estudiantes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5C9B0-2844-4625-8325-385A840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381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57785-7F13-4F7A-A0BF-B86049C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95875"/>
            <a:ext cx="2381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D898A-4B54-4789-896E-E67631FB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24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</a:defRPr>
            </a:pPr>
            <a:r>
              <a:rPr sz="1800" b="1">
                <a:solidFill>
                  <a:srgbClr val="F9FAFB"/>
                </a:solidFill>
              </a:rPr>
              <a:t>Proyectos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F35D9-C6EF-45E8-8234-A52AD44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0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que facilitan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60774-1D9B-4E1F-AB9D-3092BD19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244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FAFB"/>
                </a:solidFill>
              </a:defRPr>
            </a:pPr>
            <a:r>
              <a:rPr sz="1800" b="1">
                <a:solidFill>
                  <a:srgbClr val="F9FAFB"/>
                </a:solidFill>
              </a:rPr>
              <a:t>Soluciones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955AA-3D59-4153-9388-A7A6EA47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0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para el día a día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3D6F3-32A6-4A0E-ACE6-2A3C8FB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DD298-B048-44D4-85B0-981FEDAE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9529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72a1678aa41f4"/>
          <a:srcRect xmlns:a="http://schemas.openxmlformats.org/drawingml/2006/main" l="0" t="7865" r="0" b="7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C4BEF-EB38-45F8-B701-6A490E3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6FCC1-E010-48BF-A1DC-17BD96A6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9FAFB"/>
                </a:solidFill>
              </a:defRPr>
            </a:pPr>
            <a:r>
              <a:rPr sz="4350" b="1">
                <a:solidFill>
                  <a:srgbClr val="F9FAFB"/>
                </a:solidFill>
              </a:rPr>
              <a:t>Pero...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C46F8-BE03-46E9-B803-8B2367BA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9FAFB"/>
                </a:solidFill>
              </a:defRPr>
            </a:pPr>
            <a:r>
              <a:rPr sz="4800" b="1">
                <a:solidFill>
                  <a:srgbClr val="F9FAFB"/>
                </a:solidFill>
              </a:rPr>
              <a:t>¿quién voltea</a:t>
            </a:r>
          </a:p>
          <a:p xmlns:a="http://schemas.openxmlformats.org/drawingml/2006/main">
            <a:pPr algn="l">
              <a:defRPr sz="4800" b="1">
                <a:solidFill>
                  <a:srgbClr val="F9FAFB"/>
                </a:solidFill>
              </a:defRPr>
            </a:pPr>
            <a:r>
              <a:rPr sz="4800" b="1">
                <a:solidFill>
                  <a:srgbClr val="F9FAFB"/>
                </a:solidFill>
              </a:rPr>
              <a:t>a verlos a ellos?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EB6C7-C269-4056-B75B-3686B21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3F4F6"/>
                </a:solidFill>
              </a:defRPr>
            </a:pPr>
            <a:r>
              <a:rPr sz="1875" b="0">
                <a:solidFill>
                  <a:srgbClr val="F3F4F6"/>
                </a:solidFill>
              </a:rPr>
              <a:t>A quienes no pueden pedir ayuda, pero también esperan una oportunidad.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33855-3A3B-4894-AC7D-C4BB7F3C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11A5-75A9-4A7B-9326-A170239C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CA3AF"/>
                </a:solidFill>
              </a:defRPr>
            </a:pPr>
            <a:r>
              <a:rPr sz="1125" b="1">
                <a:solidFill>
                  <a:srgbClr val="9CA3A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5630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D8742-5F42-475A-BB91-38AD8F9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Dos bebés.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La misma necesidad.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EE0EB-633B-4077-895E-47328CCC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Cuidado, alimento, seguridad y alguien que responda cuando hay vulnerabilidad.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4951bd8784d4d"/>
          <a:srcRect xmlns:a="http://schemas.openxmlformats.org/drawingml/2006/main" l="0" t="7263" r="0" b="7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000375"/>
            <a:ext cx="4762500" cy="2714625"/>
          </a:xfrm>
          <a:prstGeom xmlns:a="http://schemas.openxmlformats.org/drawingml/2006/main" prst="roundRect">
            <a:avLst>
              <a:gd name="adj" fmla="val 561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812f539d6419f"/>
          <a:srcRect xmlns:a="http://schemas.openxmlformats.org/drawingml/2006/main" l="0" t="7263" r="0" b="7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3000375"/>
            <a:ext cx="4762500" cy="2714625"/>
          </a:xfrm>
          <a:prstGeom xmlns:a="http://schemas.openxmlformats.org/drawingml/2006/main" prst="roundRect">
            <a:avLst>
              <a:gd name="adj" fmla="val 561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90D3-2D93-482A-9490-D37FA454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4762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D060B-F4EE-44BE-80FA-0B67EA0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72125"/>
            <a:ext cx="4762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F59A6-E7B3-4751-A9CD-7152E31A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5D7C"/>
                </a:solidFill>
              </a:defRPr>
            </a:pPr>
            <a:r>
              <a:rPr sz="1650" b="1">
                <a:solidFill>
                  <a:srgbClr val="F65D7C"/>
                </a:solidFill>
              </a:rPr>
              <a:t>Bebé humano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2CC70-1EB4-44FD-B7DE-4C4EE1A5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C7A3"/>
                </a:solidFill>
              </a:defRPr>
            </a:pPr>
            <a:r>
              <a:rPr sz="1650" b="1">
                <a:solidFill>
                  <a:srgbClr val="57C7A3"/>
                </a:solidFill>
              </a:rPr>
              <a:t>Bebé perro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4CF2C-A11A-4074-B6F0-3CDC5F4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F85EB-AB62-418B-8946-E0BFDD0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4097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9F570E-3110-4185-81CC-A44FA72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9FAFB"/>
                </a:solidFill>
              </a:defRPr>
            </a:pPr>
            <a:r>
              <a:rPr sz="3600" b="1">
                <a:solidFill>
                  <a:srgbClr val="F9FAFB"/>
                </a:solidFill>
              </a:rPr>
              <a:t>La vulnerabilidad nos conmueve...</a:t>
            </a:r>
          </a:p>
          <a:p xmlns:a="http://schemas.openxmlformats.org/drawingml/2006/main">
            <a:pPr algn="l">
              <a:defRPr sz="3600" b="1">
                <a:solidFill>
                  <a:srgbClr val="F9FAFB"/>
                </a:solidFill>
              </a:defRPr>
            </a:pPr>
            <a:r>
              <a:rPr sz="3600" b="1">
                <a:solidFill>
                  <a:srgbClr val="F9FAFB"/>
                </a:solidFill>
              </a:rPr>
              <a:t>pero no siempre igual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034DB-E926-47D7-9669-0CFA8C3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1DD"/>
                </a:solidFill>
              </a:defRPr>
            </a:pPr>
            <a:r>
              <a:rPr sz="1800" b="0">
                <a:solidFill>
                  <a:srgbClr val="C9D1DD"/>
                </a:solidFill>
              </a:rPr>
              <a:t>Cuando un bebé humano está en riesgo, todos entendemos que hay que actuar.</a:t>
            </a:r>
          </a:p>
          <a:p xmlns:a="http://schemas.openxmlformats.org/drawingml/2006/main">
            <a:pPr algn="l">
              <a:defRPr sz="1800" b="0">
                <a:solidFill>
                  <a:srgbClr val="C9D1DD"/>
                </a:solidFill>
              </a:defRPr>
            </a:pPr>
            <a:r>
              <a:rPr sz="1800" b="0">
                <a:solidFill>
                  <a:srgbClr val="C9D1DD"/>
                </a:solidFill>
              </a:rPr>
              <a:t>Cuando un cachorro está abandonado, muchas veces lo volvemos parte del paisaje.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4ba9abda4866"/>
          <a:srcRect xmlns:a="http://schemas.openxmlformats.org/drawingml/2006/main" l="0" t="6524" r="0" b="6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666750"/>
            <a:ext cx="3143250" cy="438150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14672-7529-4CE8-A0DC-FDAB8529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05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FE2FD-53F1-425E-83A8-DD4FFFB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9051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3FC51-FD07-4015-A042-D3B99908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8FA3"/>
                </a:solidFill>
              </a:defRPr>
            </a:pPr>
            <a:r>
              <a:rPr sz="2100" b="1">
                <a:solidFill>
                  <a:srgbClr val="FF8FA3"/>
                </a:solidFill>
              </a:rPr>
              <a:t>Volteamos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FC21C-6DEF-4825-8C6A-E87EF91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cuando el abandono es humano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2FADB-2636-403F-97BB-7A8F225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36B"/>
                </a:solidFill>
              </a:defRPr>
            </a:pPr>
            <a:r>
              <a:rPr sz="2100" b="1">
                <a:solidFill>
                  <a:srgbClr val="FFB36B"/>
                </a:solidFill>
              </a:rPr>
              <a:t>Normalizamos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C7A6E-0EDC-4200-B00A-C70076EE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95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cuando el abandono es animal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61FF4-55EC-41D3-A87B-853FAFD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714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6C5E6-D7CE-4389-916E-6582DB5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HuellaLive nace para cambiar esa mirada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084A9-23AE-4719-856B-5982771F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C8528-D9C9-4C7B-AE71-590106BD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3505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556dacf28411e"/>
          <a:srcRect xmlns:a="http://schemas.openxmlformats.org/drawingml/2006/main" l="26720" t="0" r="26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7A24E-8EA5-469F-9FE4-2AD023E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57580-A1A4-4A3E-B316-F3E7B8A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La idea de familia también está cambiando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65700-DD97-418B-BD77-DDA7B007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5762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Para muchas personas, una familia también puede ser una persona y su perro, una pareja y su gato, o una casa donde una mascota ocupa un lugar emocional enorme.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D844F-A560-466F-B8E9-073DCE15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ADD46-C86F-4246-B68B-71BC0E32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5D7C"/>
                </a:solidFill>
              </a:defRPr>
            </a:pPr>
            <a:r>
              <a:rPr sz="2550" b="1">
                <a:solidFill>
                  <a:srgbClr val="F65D7C"/>
                </a:solidFill>
              </a:rPr>
              <a:t>+ vínculo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1F3A3-758F-4ED8-8988-587F94F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mascotas como familia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98135-FABB-4830-AB22-E18D5F9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F0901-1EDC-457F-9FEB-800A1701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C7A3"/>
                </a:solidFill>
              </a:defRPr>
            </a:pPr>
            <a:r>
              <a:rPr sz="2550" b="1">
                <a:solidFill>
                  <a:srgbClr val="57C7A3"/>
                </a:solidFill>
              </a:rPr>
              <a:t>+ intención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15E18-A2FC-4283-B22F-55CA5EB1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62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adoptar con confianza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6802D-6882-4364-95EF-D753FBB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5A8EF-6335-4A12-BC29-94D7EFC9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9006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7921c69ae4d52"/>
          <a:srcRect xmlns:a="http://schemas.openxmlformats.org/drawingml/2006/main" l="5563" t="0" r="5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666750"/>
            <a:ext cx="3048000" cy="4572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644F9-A0EC-4D68-A0C1-03AB0A9C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9FAFB"/>
                </a:solidFill>
              </a:defRPr>
            </a:pPr>
            <a:r>
              <a:rPr sz="3900" b="1">
                <a:solidFill>
                  <a:srgbClr val="F9FAFB"/>
                </a:solidFill>
              </a:rPr>
              <a:t>Querer adoptar no siempre basta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E25FB-5E04-4196-A540-C7C952C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1DD"/>
                </a:solidFill>
              </a:defRPr>
            </a:pPr>
            <a:r>
              <a:rPr sz="1800" b="0">
                <a:solidFill>
                  <a:srgbClr val="C9D1DD"/>
                </a:solidFill>
              </a:rPr>
              <a:t>Muchas personas sí quieren ayudar, pero no saben dónde buscar, qué albergues son confiables o cómo iniciar el proceso.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E2C3-2494-4137-A2AB-09F0214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16FAE-EF09-4B18-969B-E7801C9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FAFB"/>
                </a:solidFill>
              </a:defRPr>
            </a:pPr>
            <a:r>
              <a:rPr sz="1950" b="1">
                <a:solidFill>
                  <a:srgbClr val="F9FAFB"/>
                </a:solidFill>
              </a:rPr>
              <a:t>Dónde buscar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45FA8-ECA2-4AFC-BA33-6C019F9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Los animales están dispersos en redes o publicaciones sueltas.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37C4A-E40B-4E32-9FF2-88606591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C807F-EDD0-4988-A5C5-1B8A7E2A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FAFB"/>
                </a:solidFill>
              </a:defRPr>
            </a:pPr>
            <a:r>
              <a:rPr sz="1950" b="1">
                <a:solidFill>
                  <a:srgbClr val="F9FAFB"/>
                </a:solidFill>
              </a:rPr>
              <a:t>A quién contactar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69B62-FB9C-485F-AC73-41B04BB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Cada albergue maneja procesos distintos.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57D21-73D9-46A9-8287-28821DC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035C6-3ACF-45D7-B795-1953FF1A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FAFB"/>
                </a:solidFill>
              </a:defRPr>
            </a:pPr>
            <a:r>
              <a:rPr sz="1950" b="1">
                <a:solidFill>
                  <a:srgbClr val="F9FAFB"/>
                </a:solidFill>
              </a:rPr>
              <a:t>Cómo confiar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0403B-2230-4942-B5FB-8A9E3E68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Falta una experiencia clara, cercana y ordenada.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4196E-F601-42E9-87D0-F5CD6AE8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571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03A35-5153-4EFF-BA35-63619F3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Ahí nace la oportunidad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AF5D7-BC5B-4339-8D5F-753FC84D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287AC-A833-40BB-B129-3042702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3874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DF982-615F-4A87-B6C9-31F3DEC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3333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852A6-8F7D-4FF5-A707-0740CF8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EB7C5"/>
                </a:solidFill>
              </a:defRPr>
            </a:pPr>
            <a:r>
              <a:rPr sz="2850" b="1">
                <a:solidFill>
                  <a:srgbClr val="AEB7C5"/>
                </a:solidFill>
              </a:rPr>
              <a:t>Espacio</a:t>
            </a:r>
          </a:p>
          <a:p xmlns:a="http://schemas.openxmlformats.org/drawingml/2006/main">
            <a:pPr algn="ctr">
              <a:defRPr sz="2850" b="1">
                <a:solidFill>
                  <a:srgbClr val="AEB7C5"/>
                </a:solidFill>
              </a:defRPr>
            </a:pPr>
            <a:r>
              <a:rPr sz="2850" b="1">
                <a:solidFill>
                  <a:srgbClr val="AEB7C5"/>
                </a:solidFill>
              </a:rPr>
              <a:t>para 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39B52-EE6F-4E31-9B0E-11D7C9AA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2395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9FAFB"/>
                </a:solidFill>
              </a:defRPr>
            </a:pPr>
            <a:r>
              <a:rPr sz="5400" b="1">
                <a:solidFill>
                  <a:srgbClr val="F9FAFB"/>
                </a:solidFill>
              </a:rPr>
              <a:t>HuellaLive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834AF-2714-422C-9965-FB1032B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8FA3"/>
                </a:solidFill>
              </a:defRPr>
            </a:pPr>
            <a:r>
              <a:rPr sz="2100" b="0">
                <a:solidFill>
                  <a:srgbClr val="FF8FA3"/>
                </a:solidFill>
              </a:rPr>
              <a:t>Conecta. Adopta. Transforma vidas.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68C2C-BE00-475C-9FCE-08638D2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D1DD"/>
                </a:solidFill>
              </a:defRPr>
            </a:pPr>
            <a:r>
              <a:rPr sz="1800" b="1">
                <a:solidFill>
                  <a:srgbClr val="C9D1DD"/>
                </a:solidFill>
              </a:rPr>
              <a:t>Integrantes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BCB88-E468-4687-B747-5F8EEC26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9FAFB"/>
                </a:solidFill>
              </a:defRPr>
            </a:pPr>
            <a:r>
              <a:rPr sz="3150" b="1">
                <a:solidFill>
                  <a:srgbClr val="F9FAFB"/>
                </a:solidFill>
              </a:rPr>
              <a:t>Yeriko Ali</a:t>
            </a:r>
          </a:p>
          <a:p xmlns:a="http://schemas.openxmlformats.org/drawingml/2006/main">
            <a:pPr algn="l">
              <a:defRPr sz="3150" b="1">
                <a:solidFill>
                  <a:srgbClr val="F9FAFB"/>
                </a:solidFill>
              </a:defRPr>
            </a:pPr>
            <a:r>
              <a:rPr sz="3150" b="1">
                <a:solidFill>
                  <a:srgbClr val="F9FAFB"/>
                </a:solidFill>
              </a:rPr>
              <a:t>Diego Calle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03398-3B95-4C2C-83E4-087733B0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3714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266CC-23F1-48B2-830A-9584EE8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19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Aplicativo móvil para adopción y albergues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784F8-BB4C-42A4-AF57-CBB45CF9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B3FF-E00F-4238-B437-41636BC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050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9D254-A6B3-4D71-9FA6-27241F0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No mostramos animales.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Mostramos historias.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8F379-2B74-4469-AEE7-87CA7E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HuellaLive usa una experiencia visual tipo feed para que cada animal pueda ser conocido por su personalidad, su día a día y su historia.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D317E-6F1D-4E9B-8AF6-B7D8AE6B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6750"/>
            <a:ext cx="2857500" cy="5334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2531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FBEC9-9D55-4F33-8B1C-E06E886C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81050"/>
            <a:ext cx="2628900" cy="51054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B0F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8f69ac5a74907"/>
          <a:stretch xmlns:a="http://schemas.openxmlformats.org/drawingml/2006/main"/>
        </p:blipFill>
        <p:spPr>
          <a:xfrm xmlns:a="http://schemas.openxmlformats.org/drawingml/2006/main">
            <a:off x="8231788" y="1066800"/>
            <a:ext cx="2014924" cy="44958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D2C4E-16D3-4740-AACB-85D6804B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755D-850D-4221-AC68-892A122B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00500"/>
            <a:ext cx="2571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BEFC-DCF8-48C1-BD01-25E442E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Feed tipo TikTok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35068-1342-4E51-B66A-1543D6C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Descubrir por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B239E-48E3-435D-8EFB-2187BEE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67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Perfil con historia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5A90C-665F-4130-8728-ED5BC76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91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Conectar antes de adoptar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946F6-EC6B-41F8-9EE7-BA81261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823BD-6EB4-49BC-AE31-A0E91B45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7935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E3D2D-002E-448F-9E6A-B5EE358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9FAFB"/>
                </a:solidFill>
              </a:defRPr>
            </a:pPr>
            <a:r>
              <a:rPr sz="3900" b="1">
                <a:solidFill>
                  <a:srgbClr val="F9FAFB"/>
                </a:solidFill>
              </a:rPr>
              <a:t>Lo que ya permite la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30F8B-21CA-4283-AC2E-6BBFF2BB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2247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C1B9A-7542-4D0D-B745-FBED5BA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192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8FA3"/>
                </a:solidFill>
              </a:defRPr>
            </a:pPr>
            <a:r>
              <a:rPr sz="2250" b="1">
                <a:solidFill>
                  <a:srgbClr val="FF8FA3"/>
                </a:solidFill>
              </a:rPr>
              <a:t>Feed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C1571-3BD8-4A6D-AEDB-A4EA722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Videos cortos de animales y albergues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BE0A6-1B15-4720-8A01-B923A22A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247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E904-EF11-4F6C-9728-DED13AE7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36B"/>
                </a:solidFill>
              </a:defRPr>
            </a:pPr>
            <a:r>
              <a:rPr sz="2250" b="1">
                <a:solidFill>
                  <a:srgbClr val="FFB36B"/>
                </a:solidFill>
              </a:rPr>
              <a:t>Buscar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9DC5-3FC2-4BA2-8C80-BA8F249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Filtros por especie, ciudad y 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62C4D-60CA-46AD-B306-954C0AC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71625"/>
            <a:ext cx="2247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957F2-C03C-4344-9CD8-6AC5E0C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192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7C7A3"/>
                </a:solidFill>
              </a:defRPr>
            </a:pPr>
            <a:r>
              <a:rPr sz="2250" b="1">
                <a:solidFill>
                  <a:srgbClr val="57C7A3"/>
                </a:solidFill>
              </a:rPr>
              <a:t>Explorar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B80E1-F708-4706-8C11-C1CDF42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Mapa con albergues cercanos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D40C0-11CF-4607-809E-44E0C70C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71625"/>
            <a:ext cx="2247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9525">
            <a:solidFill>
              <a:srgbClr val="2A38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0FA1D-00DA-43F8-9C4F-B2181DAC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192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8CFF"/>
                </a:solidFill>
              </a:defRPr>
            </a:pPr>
            <a:r>
              <a:rPr sz="2250" b="1">
                <a:solidFill>
                  <a:srgbClr val="9B8CFF"/>
                </a:solidFill>
              </a:rPr>
              <a:t>Adoptar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93D0B-DE3C-459A-8B43-86271498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1DD"/>
                </a:solidFill>
              </a:defRPr>
            </a:pPr>
            <a:r>
              <a:rPr sz="1350" b="0">
                <a:solidFill>
                  <a:srgbClr val="C9D1DD"/>
                </a:solidFill>
              </a:rPr>
              <a:t>Solicitudes, chat y seguimiento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3811D-81D4-4BB9-A3AD-A7F9D89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7442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531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8D167-ED37-4E22-8DB2-E6633FCD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</a:defRPr>
            </a:pPr>
            <a:r>
              <a:rPr sz="2850" b="1">
                <a:solidFill>
                  <a:srgbClr val="F9FAFB"/>
                </a:solidFill>
              </a:rPr>
              <a:t>Espacio para video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655DC-D44A-4712-B624-00D261A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1DD"/>
                </a:solidFill>
              </a:defRPr>
            </a:pPr>
            <a:r>
              <a:rPr sz="1575" b="0">
                <a:solidFill>
                  <a:srgbClr val="C9D1DD"/>
                </a:solidFill>
              </a:rPr>
              <a:t>Aquí puedes insertar un video corto de 30 a 40 segundos mostrando feed, búsqueda, perfil de animal, solicitud y donación.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FCDDD-BB24-44DB-A3B3-33C3E0F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C79F8-0A23-4C29-B789-F039CB4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62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Demo de HuellaLive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5EFAA-DD24-41AD-ACB8-3ABA06CF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5075C-E300-409B-83DB-BB7177D4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</a:defRPr>
            </a:pPr>
            <a:r>
              <a:rPr sz="1125" b="1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6000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35f0972104cd3"/>
          <a:srcRect xmlns:a="http://schemas.openxmlformats.org/drawingml/2006/main" l="0" t="2843" r="0" b="2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39255-395F-4868-9EF5-57923F1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595FF-E62E-4C64-A3E3-F4C44D88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9FAFB"/>
                </a:solidFill>
              </a:defRPr>
            </a:pPr>
            <a:r>
              <a:rPr sz="4350" b="1">
                <a:solidFill>
                  <a:srgbClr val="F9FAFB"/>
                </a:solidFill>
              </a:rPr>
              <a:t>De abandono</a:t>
            </a:r>
          </a:p>
          <a:p xmlns:a="http://schemas.openxmlformats.org/drawingml/2006/main">
            <a:pPr algn="l">
              <a:defRPr sz="4350" b="1">
                <a:solidFill>
                  <a:srgbClr val="F9FAFB"/>
                </a:solidFill>
              </a:defRPr>
            </a:pPr>
            <a:r>
              <a:rPr sz="4350" b="1">
                <a:solidFill>
                  <a:srgbClr val="F9FAFB"/>
                </a:solidFill>
              </a:rPr>
              <a:t>a oportunidad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901C9-66E2-4FF5-BEFF-B0176C08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5E7EB"/>
                </a:solidFill>
              </a:defRPr>
            </a:pPr>
            <a:r>
              <a:rPr sz="2100" b="0">
                <a:solidFill>
                  <a:srgbClr val="E5E7EB"/>
                </a:solidFill>
              </a:rPr>
              <a:t>Más visibilidad para animales</a:t>
            </a:r>
          </a:p>
          <a:p xmlns:a="http://schemas.openxmlformats.org/drawingml/2006/main">
            <a:pPr algn="l">
              <a:defRPr sz="2100" b="0">
                <a:solidFill>
                  <a:srgbClr val="E5E7EB"/>
                </a:solidFill>
              </a:defRPr>
            </a:pPr>
            <a:r>
              <a:rPr sz="2100" b="0">
                <a:solidFill>
                  <a:srgbClr val="E5E7EB"/>
                </a:solidFill>
              </a:rPr>
              <a:t>Más herramientas para albergues</a:t>
            </a:r>
          </a:p>
          <a:p xmlns:a="http://schemas.openxmlformats.org/drawingml/2006/main">
            <a:pPr algn="l">
              <a:defRPr sz="2100" b="0">
                <a:solidFill>
                  <a:srgbClr val="E5E7EB"/>
                </a:solidFill>
              </a:defRPr>
            </a:pPr>
            <a:r>
              <a:rPr sz="2100" b="0">
                <a:solidFill>
                  <a:srgbClr val="E5E7EB"/>
                </a:solidFill>
              </a:rPr>
              <a:t>Comunicación directa con adoptantes</a:t>
            </a:r>
          </a:p>
          <a:p xmlns:a="http://schemas.openxmlformats.org/drawingml/2006/main">
            <a:pPr algn="l">
              <a:defRPr sz="2100" b="0">
                <a:solidFill>
                  <a:srgbClr val="E5E7EB"/>
                </a:solidFill>
              </a:defRPr>
            </a:pPr>
            <a:r>
              <a:rPr sz="2100" b="0">
                <a:solidFill>
                  <a:srgbClr val="E5E7EB"/>
                </a:solidFill>
              </a:rPr>
              <a:t>Donaciones trazables por albergue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FD0DB-398A-4347-9988-84E18D45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952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FC98C-1D13-47D0-B994-5AE8D24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La tecnología como puente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ADED4-F9E4-4815-94DA-ED68004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FA3"/>
                </a:solidFill>
              </a:defRPr>
            </a:pPr>
            <a:r>
              <a:rPr sz="1125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B5FAE-FA21-44B6-BCF1-0FC05D28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CA3AF"/>
                </a:solidFill>
              </a:defRPr>
            </a:pPr>
            <a:r>
              <a:rPr sz="1125" b="1">
                <a:solidFill>
                  <a:srgbClr val="9CA3A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2831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A4D06-0E89-4AAD-908E-61B930F6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2150"/>
            <a:ext cx="1219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9FAFB"/>
                </a:solidFill>
              </a:defRPr>
            </a:pPr>
            <a:r>
              <a:rPr sz="6150" b="1">
                <a:solidFill>
                  <a:srgbClr val="F9FAFB"/>
                </a:solidFill>
              </a:rPr>
              <a:t>Gracias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C0559-90E0-4942-AA74-96B31B71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8FA3"/>
                </a:solidFill>
              </a:defRPr>
            </a:pPr>
            <a:r>
              <a:rPr sz="2700" b="1">
                <a:solidFill>
                  <a:srgbClr val="FF8FA3"/>
                </a:solidFill>
              </a:rPr>
              <a:t>HuellaLive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9EC9-FD9B-4E3D-B5ED-53ABCAD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385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C9D1DD"/>
                </a:solidFill>
              </a:defRPr>
            </a:pPr>
            <a:r>
              <a:rPr sz="1875" b="0">
                <a:solidFill>
                  <a:srgbClr val="C9D1DD"/>
                </a:solidFill>
              </a:rPr>
              <a:t>Conecta. Adopta. Transforma vidas.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0D65F-0E2B-4C03-9A6A-BDED583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CA3AF"/>
                </a:solidFill>
              </a:defRPr>
            </a:pPr>
            <a:r>
              <a:rPr sz="1650" b="0">
                <a:solidFill>
                  <a:srgbClr val="9CA3AF"/>
                </a:solidFill>
              </a:rPr>
              <a:t>Yeriko Ali · Diego Calle</a:t>
            </a:r>
          </a:p>
        </p:txBody>
      </p:sp>
    </p:spTree>
    <p:extLst>
      <p:ext uri="{BB962C8B-B14F-4D97-AF65-F5344CB8AC3E}">
        <p14:creationId xmlns:p14="http://schemas.microsoft.com/office/powerpoint/2010/main" val="184383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2026-06-30T06:02:22.1440000Z</dcterms:created>
  <dcterms:modified xsi:type="dcterms:W3CDTF">2026-06-30T06:02:22.1440000Z</dcterms:modified>
</coreProperties>
</file>